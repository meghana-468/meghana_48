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9" r:id="rId4"/>
    <p:sldId id="262" r:id="rId5"/>
    <p:sldId id="258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87408-2ECF-4F26-80B2-B09AC10554C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8607E-BC26-4C8E-9F91-F3787765F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39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2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05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47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696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95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693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11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49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807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33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499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974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951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876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76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76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1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646FEC3-A7D8-4231-B5E3-53E27DBD5174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1FCC85C-D009-4808-B03F-098CDFCA0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46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96496" y="439839"/>
            <a:ext cx="7706526" cy="1145894"/>
          </a:xfrm>
        </p:spPr>
        <p:txBody>
          <a:bodyPr>
            <a:normAutofit/>
          </a:bodyPr>
          <a:lstStyle/>
          <a:p>
            <a:r>
              <a:rPr lang="en-US" sz="3200" dirty="0" smtClean="0"/>
              <a:t>GAYATRI </a:t>
            </a:r>
            <a:r>
              <a:rPr lang="en-US" sz="3200" dirty="0"/>
              <a:t>VIDYA PARISHAD COLLEGE OF ENGINEERING FOR </a:t>
            </a:r>
            <a:r>
              <a:rPr lang="en-US" sz="3200" dirty="0" smtClean="0"/>
              <a:t>WOMEN(A)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456" y="2465409"/>
            <a:ext cx="10255169" cy="1354238"/>
          </a:xfrm>
        </p:spPr>
        <p:txBody>
          <a:bodyPr>
            <a:noAutofit/>
          </a:bodyPr>
          <a:lstStyle/>
          <a:p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TITLE:CLIMATE CHANGE AND ITS GLOBAL IMPACT</a:t>
            </a:r>
            <a:endParaRPr lang="en-IN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868" y="115747"/>
            <a:ext cx="2048719" cy="19445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0311" y="4224762"/>
            <a:ext cx="3437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NAME:P.MEGHANA</a:t>
            </a:r>
          </a:p>
          <a:p>
            <a:r>
              <a:rPr lang="en-US" dirty="0" smtClean="0"/>
              <a:t>BRANCH:</a:t>
            </a:r>
            <a:r>
              <a:rPr lang="en-US" dirty="0" smtClean="0">
                <a:latin typeface="Arial Narrow" panose="020B0606020202030204" pitchFamily="34" charset="0"/>
              </a:rPr>
              <a:t>CSE-3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ROLL.NO:325103210164</a:t>
            </a: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901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0960" y="1015410"/>
            <a:ext cx="931333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INTRODUCTION TO CLIMATE CHANGE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 smtClean="0"/>
              <a:t>:</a:t>
            </a:r>
            <a:r>
              <a:rPr lang="en-US" sz="2800" dirty="0" smtClean="0"/>
              <a:t>    </a:t>
            </a:r>
            <a:r>
              <a:rPr lang="en-US" dirty="0" smtClean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3600" dirty="0" smtClean="0"/>
              <a:t>Climate </a:t>
            </a:r>
            <a:r>
              <a:rPr lang="en-US" sz="3600" dirty="0"/>
              <a:t>change refers to </a:t>
            </a:r>
            <a:r>
              <a:rPr lang="en-US" sz="3600" dirty="0" smtClean="0"/>
              <a:t>long-term shifts in temperatures and weather patterns, primarily driven by </a:t>
            </a:r>
            <a:r>
              <a:rPr lang="en-US" sz="3600" b="1" dirty="0" smtClean="0">
                <a:effectLst/>
              </a:rPr>
              <a:t>human activities</a:t>
            </a:r>
            <a:r>
              <a:rPr lang="en-US" sz="3600" dirty="0" smtClean="0"/>
              <a:t>, particularly the burning of fossil fuels (coal, oil, and gas) since the Industrial Revolution</a:t>
            </a:r>
            <a:r>
              <a:rPr lang="en-US" sz="3600" dirty="0"/>
              <a:t>. </a:t>
            </a:r>
            <a:endParaRPr lang="en-IN" sz="36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2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16478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51008" y="4370175"/>
            <a:ext cx="106409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5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13731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6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2746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10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322" y="0"/>
            <a:ext cx="123193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4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1643604" y="1157086"/>
            <a:ext cx="9803757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Causes of Climate Change: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 smtClean="0">
                <a:latin typeface="Arial" panose="020B0604020202020204" pitchFamily="34" charset="0"/>
              </a:rPr>
              <a:t>.</a:t>
            </a:r>
            <a:r>
              <a:rPr lang="en-US" altLang="en-US" b="1" dirty="0" smtClean="0">
                <a:latin typeface="Arial" panose="020B0604020202020204" pitchFamily="34" charset="0"/>
              </a:rPr>
              <a:t>Deforestation</a:t>
            </a:r>
            <a:r>
              <a:rPr lang="en-US" altLang="en-US" b="1" dirty="0">
                <a:latin typeface="Arial" panose="020B0604020202020204" pitchFamily="34" charset="0"/>
              </a:rPr>
              <a:t>:</a:t>
            </a:r>
            <a:r>
              <a:rPr lang="en-US" altLang="en-US" dirty="0">
                <a:latin typeface="Arial" panose="020B0604020202020204" pitchFamily="34" charset="0"/>
              </a:rPr>
              <a:t> Cutting down forests reduces the Earth's ability to absorb (𝐶𝑂2).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Industrial Processes:</a:t>
            </a:r>
            <a:r>
              <a:rPr lang="en-US" altLang="en-US" dirty="0">
                <a:latin typeface="Arial" panose="020B0604020202020204" pitchFamily="34" charset="0"/>
              </a:rPr>
              <a:t> Certain industrial activities release greenhouse gases.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Fossil Fuel Combustion: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Burning coal, oil, and gas for energy, transportation, and industry is a major source of (Co2).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r>
              <a:rPr lang="en-US" altLang="en-US" sz="2800" dirty="0" smtClean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Evidence of Climate Change</a:t>
            </a:r>
            <a:r>
              <a:rPr lang="en-US" altLang="en-US" dirty="0" smtClean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 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Warming and rising oceans.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Melting glaciers and ice sheets.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Rising global temperatures.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2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1784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3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63500" y="-4111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94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39433" y="173620"/>
            <a:ext cx="4768770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5">
                    <a:lumMod val="75000"/>
                  </a:schemeClr>
                </a:solidFill>
                <a:latin typeface="Google Sans"/>
              </a:rPr>
              <a:t>Global impacts on climate change:</a:t>
            </a:r>
            <a:r>
              <a:rPr lang="en-US" sz="36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Google Sans"/>
              </a:rPr>
              <a:t>                       </a:t>
            </a:r>
            <a:r>
              <a:rPr lang="en-US" b="1" i="0" dirty="0" err="1" smtClean="0">
                <a:solidFill>
                  <a:srgbClr val="474747"/>
                </a:solidFill>
                <a:effectLst/>
                <a:latin typeface="Google Sans"/>
              </a:rPr>
              <a:t>RisingTemperatures</a:t>
            </a:r>
            <a:r>
              <a:rPr lang="en-US" b="0" i="0" dirty="0" smtClean="0">
                <a:solidFill>
                  <a:srgbClr val="474747"/>
                </a:solidFill>
                <a:effectLst/>
                <a:latin typeface="Google Sans"/>
              </a:rPr>
              <a:t> :</a:t>
            </a:r>
            <a:r>
              <a:rPr lang="en-US" sz="3600" b="0" i="0" dirty="0" smtClean="0">
                <a:solidFill>
                  <a:srgbClr val="474747"/>
                </a:solidFill>
                <a:effectLst/>
                <a:latin typeface="Google Sans"/>
              </a:rPr>
              <a:t>                 </a:t>
            </a:r>
            <a:r>
              <a:rPr lang="en-US" sz="2000" dirty="0" smtClean="0">
                <a:solidFill>
                  <a:srgbClr val="474747"/>
                </a:solidFill>
                <a:latin typeface="Google Sans"/>
              </a:rPr>
              <a:t>Global </a:t>
            </a:r>
            <a:r>
              <a:rPr lang="en-US" sz="2000" b="0" i="0" dirty="0" smtClean="0">
                <a:solidFill>
                  <a:srgbClr val="474747"/>
                </a:solidFill>
                <a:effectLst/>
                <a:latin typeface="Google Sans"/>
              </a:rPr>
              <a:t>temperatures are increasing, with the last decade being the warmest on world.</a:t>
            </a:r>
            <a:endParaRPr lang="en-US" sz="2000" b="0" i="0" dirty="0" smtClean="0">
              <a:solidFill>
                <a:srgbClr val="0B57D0"/>
              </a:solidFill>
              <a:effectLst/>
              <a:latin typeface="Google Sans"/>
            </a:endParaRPr>
          </a:p>
          <a:p>
            <a:r>
              <a:rPr lang="en-US" b="1" dirty="0" smtClean="0">
                <a:solidFill>
                  <a:srgbClr val="474747"/>
                </a:solidFill>
                <a:latin typeface="Google Sans"/>
              </a:rPr>
              <a:t>Extreme Weather:</a:t>
            </a:r>
            <a:r>
              <a:rPr lang="en-US" b="0" i="0" dirty="0" smtClean="0">
                <a:solidFill>
                  <a:srgbClr val="474747"/>
                </a:solidFill>
                <a:effectLst/>
                <a:latin typeface="Google Sans"/>
              </a:rPr>
              <a:t> </a:t>
            </a:r>
            <a:r>
              <a:rPr lang="en-US" sz="2000" b="0" i="0" dirty="0" smtClean="0">
                <a:solidFill>
                  <a:srgbClr val="474747"/>
                </a:solidFill>
                <a:effectLst/>
                <a:latin typeface="Google Sans"/>
              </a:rPr>
              <a:t>There is an increase in the frequency, intensity, and duration of extreme weather events like heatwaves, floods, droughts, and wildfires. </a:t>
            </a:r>
            <a:endParaRPr lang="en-US" sz="2000" b="0" i="0" dirty="0" smtClean="0">
              <a:solidFill>
                <a:srgbClr val="0B57D0"/>
              </a:solidFill>
              <a:effectLst/>
              <a:latin typeface="Google Sans"/>
            </a:endParaRPr>
          </a:p>
          <a:p>
            <a:r>
              <a:rPr lang="en-US" b="1" i="0" dirty="0" smtClean="0">
                <a:solidFill>
                  <a:srgbClr val="474747"/>
                </a:solidFill>
                <a:effectLst/>
                <a:latin typeface="Google Sans"/>
              </a:rPr>
              <a:t>Melting ice and rising sea levels</a:t>
            </a:r>
            <a:r>
              <a:rPr lang="en-US" b="0" i="0" dirty="0" smtClean="0">
                <a:solidFill>
                  <a:srgbClr val="474747"/>
                </a:solidFill>
                <a:effectLst/>
                <a:latin typeface="Google Sans"/>
              </a:rPr>
              <a:t>:</a:t>
            </a:r>
            <a:r>
              <a:rPr lang="en-US" sz="2000" b="0" i="0" dirty="0" smtClean="0">
                <a:solidFill>
                  <a:srgbClr val="474747"/>
                </a:solidFill>
                <a:effectLst/>
                <a:latin typeface="Google Sans"/>
              </a:rPr>
              <a:t> Glaciers and sea ice are melting, leading to a rise in sea levels. </a:t>
            </a:r>
          </a:p>
          <a:p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Human Health Impacts: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/>
              <a:t>Heat-related illnesses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Spread of vector-borne diseases (malaria, dengue)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Respiratory issues due to pollution</a:t>
            </a:r>
          </a:p>
          <a:p>
            <a:endParaRPr lang="en-US" sz="3600" b="1" i="0" dirty="0" smtClean="0">
              <a:solidFill>
                <a:srgbClr val="474747"/>
              </a:solidFill>
              <a:effectLst/>
              <a:latin typeface="Google Sans"/>
            </a:endParaRPr>
          </a:p>
        </p:txBody>
      </p:sp>
      <p:pic>
        <p:nvPicPr>
          <p:cNvPr id="2050" name="Picture 2" descr="Buy Climate Change: Observed Impacts on Planet Earth Book Online at Low  Prices in India | Climate Change: Observed Impacts on Planet Earth Reviews  &amp; Ratings - Amazon.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673" y="0"/>
            <a:ext cx="58656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116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253879"/>
            <a:ext cx="65" cy="507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78329" y="717632"/>
            <a:ext cx="9236598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Google Sans"/>
              </a:rPr>
              <a:t>Impacts on human systems:</a:t>
            </a:r>
            <a:r>
              <a:rPr lang="en-US" altLang="en-US" sz="2800" dirty="0" smtClean="0">
                <a:solidFill>
                  <a:schemeClr val="accent5">
                    <a:lumMod val="75000"/>
                  </a:schemeClr>
                </a:solidFill>
                <a:latin typeface="Google Sans"/>
              </a:rPr>
              <a:t>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Health:</a:t>
            </a:r>
            <a:r>
              <a:rPr lang="en-US" dirty="0"/>
              <a:t> </a:t>
            </a:r>
            <a:r>
              <a:rPr lang="en-US" sz="2400" dirty="0" smtClean="0"/>
              <a:t>Exacerbates health risks through heat stress, malnutrition, and </a:t>
            </a:r>
            <a:r>
              <a:rPr lang="en-US" sz="2400" dirty="0" smtClean="0"/>
              <a:t> </a:t>
            </a:r>
            <a:r>
              <a:rPr lang="en-US" sz="2400" dirty="0"/>
              <a:t>the spread of diseases like malaria and dengue fever.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smtClean="0">
                <a:solidFill>
                  <a:srgbClr val="0A0A0A"/>
                </a:solidFill>
                <a:latin typeface="Google Sans"/>
              </a:rPr>
              <a:t>Food security</a:t>
            </a:r>
            <a:r>
              <a:rPr lang="en-US" altLang="en-US" sz="2800" b="1" dirty="0" smtClean="0">
                <a:solidFill>
                  <a:srgbClr val="0A0A0A"/>
                </a:solidFill>
                <a:latin typeface="Google Sans"/>
              </a:rPr>
              <a:t>:</a:t>
            </a:r>
            <a:r>
              <a:rPr lang="en-US" altLang="en-US" sz="2800" dirty="0" smtClean="0">
                <a:solidFill>
                  <a:srgbClr val="0A0A0A"/>
                </a:solidFill>
                <a:latin typeface="Google Sans"/>
              </a:rPr>
              <a:t> </a:t>
            </a:r>
            <a:r>
              <a:rPr lang="en-US" altLang="en-US" sz="2400" dirty="0" smtClean="0">
                <a:solidFill>
                  <a:srgbClr val="0A0A0A"/>
                </a:solidFill>
                <a:latin typeface="Google Sans"/>
              </a:rPr>
              <a:t>Threatens agriculture through changing rain patterns, droughts, and extreme temperatures, leading to food shortages.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smtClean="0">
                <a:solidFill>
                  <a:srgbClr val="0A0A0A"/>
                </a:solidFill>
                <a:latin typeface="Google Sans"/>
              </a:rPr>
              <a:t>Water resources:</a:t>
            </a:r>
            <a:r>
              <a:rPr lang="en-US" altLang="en-US" sz="2400" dirty="0" smtClean="0">
                <a:solidFill>
                  <a:srgbClr val="0A0A0A"/>
                </a:solidFill>
                <a:latin typeface="Google Sans"/>
              </a:rPr>
              <a:t> Affects water availability through changes in rainfall and reduced </a:t>
            </a:r>
            <a:r>
              <a:rPr lang="en-US" altLang="en-US" sz="2400" dirty="0" err="1" smtClean="0">
                <a:solidFill>
                  <a:srgbClr val="0A0A0A"/>
                </a:solidFill>
                <a:latin typeface="Google Sans"/>
              </a:rPr>
              <a:t>streamflows</a:t>
            </a:r>
            <a:r>
              <a:rPr lang="en-US" altLang="en-US" sz="2400" dirty="0" smtClean="0">
                <a:solidFill>
                  <a:srgbClr val="0A0A0A"/>
                </a:solidFill>
                <a:latin typeface="Google Sans"/>
              </a:rPr>
              <a:t> in some areas.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smtClean="0">
                <a:solidFill>
                  <a:srgbClr val="0A0A0A"/>
                </a:solidFill>
                <a:latin typeface="Google Sans"/>
              </a:rPr>
              <a:t>Displacement and economy:</a:t>
            </a:r>
            <a:r>
              <a:rPr lang="en-US" altLang="en-US" sz="2400" dirty="0" smtClean="0">
                <a:solidFill>
                  <a:srgbClr val="0A0A0A"/>
                </a:solidFill>
                <a:latin typeface="Google Sans"/>
              </a:rPr>
              <a:t> Extreme her and sea-level rise can lead to displacement of populations and cause significant economic losses.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96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0293" y="659756"/>
            <a:ext cx="725732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solidFill>
                  <a:schemeClr val="accent5">
                    <a:lumMod val="75000"/>
                  </a:schemeClr>
                </a:solidFill>
              </a:rPr>
              <a:t>Solutions For Impact</a:t>
            </a:r>
            <a:r>
              <a:rPr lang="en-IN" sz="3600" b="1" dirty="0" smtClean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Improve energy efficiency (buildings, appliances, transport).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Promote sustainable transport: EVs, public transport, cycling.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Reforestation &amp; afforestation.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Carbon capture and storage (CCS).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Reduce methane emissions (agriculture &amp; waste management)                                                                                 </a:t>
            </a:r>
            <a:r>
              <a:rPr lang="en-IN" sz="2400" dirty="0" smtClean="0"/>
              <a:t>Shift to renewable energy: solar, wind, hydro, geothermal.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6517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55716" y="2967335"/>
            <a:ext cx="56455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reflection blurRad="6350" stA="53000" endA="300" endPos="35500" dir="5400000" sy="-90000" algn="bl" rotWithShape="0"/>
                </a:effectLst>
              </a:rPr>
              <a:t>….THANK YOU….</a:t>
            </a:r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36604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114</TotalTime>
  <Words>165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Narrow</vt:lpstr>
      <vt:lpstr>Calibri</vt:lpstr>
      <vt:lpstr>Corbel</vt:lpstr>
      <vt:lpstr>Google Sans</vt:lpstr>
      <vt:lpstr>Wingdings</vt:lpstr>
      <vt:lpstr>Parallax</vt:lpstr>
      <vt:lpstr>GAYATRI VIDYA PARISHAD COLLEGE OF ENGINEERING FOR WOMEN(A)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GVPW</dc:creator>
  <cp:lastModifiedBy>GVPW</cp:lastModifiedBy>
  <cp:revision>12</cp:revision>
  <dcterms:created xsi:type="dcterms:W3CDTF">2025-11-26T04:25:05Z</dcterms:created>
  <dcterms:modified xsi:type="dcterms:W3CDTF">2025-11-26T06:19:27Z</dcterms:modified>
</cp:coreProperties>
</file>